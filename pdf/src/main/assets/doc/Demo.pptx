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7723" y="2213153"/>
            <a:ext cx="4155033" cy="6554419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007307" y="951687"/>
            <a:ext cx="1193800" cy="0"/>
          </a:xfrm>
          <a:custGeom>
            <a:avLst/>
            <a:gdLst/>
            <a:ahLst/>
            <a:cxnLst/>
            <a:rect l="l" t="t" r="r" b="b"/>
            <a:pathLst>
              <a:path w="1193800" h="0">
                <a:moveTo>
                  <a:pt x="0" y="0"/>
                </a:moveTo>
                <a:lnTo>
                  <a:pt x="1193190" y="0"/>
                </a:lnTo>
              </a:path>
            </a:pathLst>
          </a:custGeom>
          <a:ln w="13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363057" y="951687"/>
            <a:ext cx="748030" cy="0"/>
          </a:xfrm>
          <a:custGeom>
            <a:avLst/>
            <a:gdLst/>
            <a:ahLst/>
            <a:cxnLst/>
            <a:rect l="l" t="t" r="r" b="b"/>
            <a:pathLst>
              <a:path w="748029" h="0">
                <a:moveTo>
                  <a:pt x="0" y="0"/>
                </a:moveTo>
                <a:lnTo>
                  <a:pt x="747776" y="0"/>
                </a:lnTo>
              </a:path>
            </a:pathLst>
          </a:custGeom>
          <a:ln w="130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6143854"/>
            <a:ext cx="97536" cy="28285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7713" y="5227015"/>
            <a:ext cx="989990" cy="8778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292543" y="2918697"/>
            <a:ext cx="1010285" cy="5162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85">
                <a:latin typeface="Arial MT"/>
                <a:cs typeface="Arial MT"/>
              </a:rPr>
              <a:t>PDF</a:t>
            </a:r>
            <a:r>
              <a:rPr dirty="0" sz="1300" spc="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Reader</a:t>
            </a:r>
            <a:endParaRPr sz="1300">
              <a:latin typeface="Arial MT"/>
              <a:cs typeface="Arial MT"/>
            </a:endParaRPr>
          </a:p>
          <a:p>
            <a:pPr marL="93980">
              <a:lnSpc>
                <a:spcPct val="100000"/>
              </a:lnSpc>
              <a:spcBef>
                <a:spcPts val="944"/>
              </a:spcBef>
              <a:tabLst>
                <a:tab pos="623570" algn="l"/>
              </a:tabLst>
            </a:pPr>
            <a:r>
              <a:rPr dirty="0" sz="1050" spc="-25">
                <a:solidFill>
                  <a:srgbClr val="4679F2"/>
                </a:solidFill>
                <a:latin typeface="Arial MT"/>
                <a:cs typeface="Arial MT"/>
              </a:rPr>
              <a:t>ALL</a:t>
            </a:r>
            <a:r>
              <a:rPr dirty="0" sz="1050">
                <a:solidFill>
                  <a:srgbClr val="4679F2"/>
                </a:solidFill>
                <a:latin typeface="Arial MT"/>
                <a:cs typeface="Arial MT"/>
              </a:rPr>
              <a:t>	</a:t>
            </a:r>
            <a:r>
              <a:rPr dirty="0" sz="1100" spc="-130">
                <a:solidFill>
                  <a:srgbClr val="646464"/>
                </a:solidFill>
                <a:latin typeface="Arial MT"/>
                <a:cs typeface="Arial MT"/>
              </a:rPr>
              <a:t>WORD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76954" y="3238398"/>
            <a:ext cx="36131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 spc="-195">
                <a:solidFill>
                  <a:srgbClr val="606060"/>
                </a:solidFill>
                <a:latin typeface="Arial MT"/>
                <a:cs typeface="Arial MT"/>
              </a:rPr>
              <a:t>EXCEL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206340" y="3238398"/>
            <a:ext cx="710565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92759" algn="l"/>
              </a:tabLst>
            </a:pPr>
            <a:r>
              <a:rPr dirty="0" sz="1100" spc="-25">
                <a:solidFill>
                  <a:srgbClr val="6B6B6B"/>
                </a:solidFill>
                <a:latin typeface="Arial MT"/>
                <a:cs typeface="Arial MT"/>
              </a:rPr>
              <a:t>PPT</a:t>
            </a:r>
            <a:r>
              <a:rPr dirty="0" sz="1100">
                <a:solidFill>
                  <a:srgbClr val="6B6B6B"/>
                </a:solidFill>
                <a:latin typeface="Arial MT"/>
                <a:cs typeface="Arial MT"/>
              </a:rPr>
              <a:t>	</a:t>
            </a:r>
            <a:r>
              <a:rPr dirty="0" sz="1100" spc="-150">
                <a:solidFill>
                  <a:srgbClr val="696969"/>
                </a:solidFill>
                <a:latin typeface="Arial MT"/>
                <a:cs typeface="Arial MT"/>
              </a:rPr>
              <a:t>TXT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14659" y="3678123"/>
            <a:ext cx="1061720" cy="3619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25">
                <a:latin typeface="Arial MT"/>
                <a:cs typeface="Arial MT"/>
              </a:rPr>
              <a:t>Scriptadvertising.pdf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750">
                <a:solidFill>
                  <a:srgbClr val="6B6B6B"/>
                </a:solidFill>
                <a:latin typeface="Arial MT"/>
                <a:cs typeface="Arial MT"/>
              </a:rPr>
              <a:t>17/05/2025</a:t>
            </a:r>
            <a:r>
              <a:rPr dirty="0" sz="750" spc="210">
                <a:solidFill>
                  <a:srgbClr val="6B6B6B"/>
                </a:solidFill>
                <a:latin typeface="Arial MT"/>
                <a:cs typeface="Arial MT"/>
              </a:rPr>
              <a:t>  </a:t>
            </a:r>
            <a:r>
              <a:rPr dirty="0" sz="750" spc="-25">
                <a:solidFill>
                  <a:srgbClr val="808080"/>
                </a:solidFill>
                <a:latin typeface="Arial MT"/>
                <a:cs typeface="Arial MT"/>
              </a:rPr>
              <a:t>3</a:t>
            </a:r>
            <a:r>
              <a:rPr dirty="0" sz="750" spc="-25">
                <a:solidFill>
                  <a:srgbClr val="676767"/>
                </a:solidFill>
                <a:latin typeface="Arial MT"/>
                <a:cs typeface="Arial MT"/>
              </a:rPr>
              <a:t>2.35</a:t>
            </a:r>
            <a:r>
              <a:rPr dirty="0" sz="750" spc="40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6D6D6D"/>
                </a:solidFill>
                <a:latin typeface="Arial MT"/>
                <a:cs typeface="Arial MT"/>
              </a:rPr>
              <a:t>KB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14659" y="4321861"/>
            <a:ext cx="1422400" cy="8159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65">
                <a:latin typeface="Arial MT"/>
                <a:cs typeface="Arial MT"/>
              </a:rPr>
              <a:t>Scan</a:t>
            </a:r>
            <a:r>
              <a:rPr dirty="0" sz="950" spc="65">
                <a:latin typeface="Arial MT"/>
                <a:cs typeface="Arial MT"/>
              </a:rPr>
              <a:t> </a:t>
            </a:r>
            <a:r>
              <a:rPr dirty="0" sz="950" spc="-35">
                <a:latin typeface="Arial MT"/>
                <a:cs typeface="Arial MT"/>
              </a:rPr>
              <a:t>202505...</a:t>
            </a:r>
            <a:r>
              <a:rPr dirty="0" sz="950" spc="365">
                <a:latin typeface="Arial MT"/>
                <a:cs typeface="Arial MT"/>
              </a:rPr>
              <a:t> </a:t>
            </a:r>
            <a:r>
              <a:rPr dirty="0" sz="950" spc="-40">
                <a:latin typeface="Arial MT"/>
                <a:cs typeface="Arial MT"/>
              </a:rPr>
              <a:t>10514.docx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750">
                <a:solidFill>
                  <a:srgbClr val="646464"/>
                </a:solidFill>
                <a:latin typeface="Arial MT"/>
                <a:cs typeface="Arial MT"/>
              </a:rPr>
              <a:t>17/05/2025</a:t>
            </a:r>
            <a:r>
              <a:rPr dirty="0" sz="750" spc="270">
                <a:solidFill>
                  <a:srgbClr val="646464"/>
                </a:solidFill>
                <a:latin typeface="Arial MT"/>
                <a:cs typeface="Arial MT"/>
              </a:rPr>
              <a:t>  </a:t>
            </a:r>
            <a:r>
              <a:rPr dirty="0" sz="750" spc="-25">
                <a:solidFill>
                  <a:srgbClr val="8C8C8C"/>
                </a:solidFill>
                <a:latin typeface="Arial MT"/>
                <a:cs typeface="Arial MT"/>
              </a:rPr>
              <a:t>5</a:t>
            </a:r>
            <a:r>
              <a:rPr dirty="0" sz="750" spc="-25">
                <a:solidFill>
                  <a:srgbClr val="606060"/>
                </a:solidFill>
                <a:latin typeface="Arial MT"/>
                <a:cs typeface="Arial MT"/>
              </a:rPr>
              <a:t>92.3</a:t>
            </a:r>
            <a:r>
              <a:rPr dirty="0" sz="750" spc="-25">
                <a:solidFill>
                  <a:srgbClr val="9A9A9A"/>
                </a:solidFill>
                <a:latin typeface="Arial MT"/>
                <a:cs typeface="Arial MT"/>
              </a:rPr>
              <a:t>5</a:t>
            </a:r>
            <a:r>
              <a:rPr dirty="0" sz="750" spc="-5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6B6B6B"/>
                </a:solidFill>
                <a:latin typeface="Arial MT"/>
                <a:cs typeface="Arial MT"/>
              </a:rPr>
              <a:t>KB</a:t>
            </a: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7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7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</a:pPr>
            <a:r>
              <a:rPr dirty="0" sz="950" spc="-10">
                <a:latin typeface="Arial MT"/>
                <a:cs typeface="Arial MT"/>
              </a:rPr>
              <a:t>Present1112024.xIsx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13643" y="5555691"/>
            <a:ext cx="1409700" cy="10598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35">
              <a:lnSpc>
                <a:spcPct val="134700"/>
              </a:lnSpc>
              <a:spcBef>
                <a:spcPts val="95"/>
              </a:spcBef>
            </a:pPr>
            <a:r>
              <a:rPr dirty="0" sz="950" spc="-65">
                <a:latin typeface="Arial MT"/>
                <a:cs typeface="Arial MT"/>
              </a:rPr>
              <a:t>Scan</a:t>
            </a:r>
            <a:r>
              <a:rPr dirty="0" sz="950" spc="55">
                <a:latin typeface="Arial MT"/>
                <a:cs typeface="Arial MT"/>
              </a:rPr>
              <a:t> </a:t>
            </a:r>
            <a:r>
              <a:rPr dirty="0" sz="950" spc="-50">
                <a:latin typeface="Arial MT"/>
                <a:cs typeface="Arial MT"/>
              </a:rPr>
              <a:t>202505...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-35">
                <a:latin typeface="Arial MT"/>
                <a:cs typeface="Arial MT"/>
              </a:rPr>
              <a:t>110514.pptx </a:t>
            </a:r>
            <a:r>
              <a:rPr dirty="0" sz="950" spc="-30">
                <a:solidFill>
                  <a:srgbClr val="878787"/>
                </a:solidFill>
                <a:latin typeface="Arial MT"/>
                <a:cs typeface="Arial MT"/>
              </a:rPr>
              <a:t>I</a:t>
            </a:r>
            <a:r>
              <a:rPr dirty="0" sz="950" spc="-120">
                <a:solidFill>
                  <a:srgbClr val="878787"/>
                </a:solidFill>
                <a:latin typeface="Arial MT"/>
                <a:cs typeface="Arial MT"/>
              </a:rPr>
              <a:t> </a:t>
            </a:r>
            <a:r>
              <a:rPr dirty="0" sz="950" spc="-70">
                <a:solidFill>
                  <a:srgbClr val="5B5B5B"/>
                </a:solidFill>
                <a:latin typeface="Arial MT"/>
                <a:cs typeface="Arial MT"/>
              </a:rPr>
              <a:t>7/05/2025</a:t>
            </a:r>
            <a:r>
              <a:rPr dirty="0" sz="950" spc="455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dirty="0" sz="950" spc="-145">
                <a:solidFill>
                  <a:srgbClr val="6D6D6D"/>
                </a:solidFill>
                <a:latin typeface="Arial MT"/>
                <a:cs typeface="Arial MT"/>
              </a:rPr>
              <a:t>592.35</a:t>
            </a:r>
            <a:r>
              <a:rPr dirty="0" sz="95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8E8E8E"/>
                </a:solidFill>
                <a:latin typeface="Arial MT"/>
                <a:cs typeface="Arial MT"/>
              </a:rPr>
              <a:t>KB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950">
              <a:latin typeface="Arial MT"/>
              <a:cs typeface="Arial MT"/>
            </a:endParaRPr>
          </a:p>
          <a:p>
            <a:pPr marL="12700" marR="98425" indent="635">
              <a:lnSpc>
                <a:spcPct val="134700"/>
              </a:lnSpc>
            </a:pPr>
            <a:r>
              <a:rPr dirty="0" sz="950" spc="-65">
                <a:latin typeface="Arial MT"/>
                <a:cs typeface="Arial MT"/>
              </a:rPr>
              <a:t>Scan</a:t>
            </a:r>
            <a:r>
              <a:rPr dirty="0" sz="950" spc="55">
                <a:latin typeface="Arial MT"/>
                <a:cs typeface="Arial MT"/>
              </a:rPr>
              <a:t> </a:t>
            </a:r>
            <a:r>
              <a:rPr dirty="0" sz="950" spc="-50">
                <a:latin typeface="Arial MT"/>
                <a:cs typeface="Arial MT"/>
              </a:rPr>
              <a:t>202505...</a:t>
            </a:r>
            <a:r>
              <a:rPr dirty="0" sz="950" spc="5">
                <a:latin typeface="Arial MT"/>
                <a:cs typeface="Arial MT"/>
              </a:rPr>
              <a:t> </a:t>
            </a:r>
            <a:r>
              <a:rPr dirty="0" sz="950" spc="-35">
                <a:latin typeface="Arial MT"/>
                <a:cs typeface="Arial MT"/>
              </a:rPr>
              <a:t>110514.txt </a:t>
            </a:r>
            <a:r>
              <a:rPr dirty="0" sz="950" spc="-30">
                <a:solidFill>
                  <a:srgbClr val="8A8A8A"/>
                </a:solidFill>
                <a:latin typeface="Arial MT"/>
                <a:cs typeface="Arial MT"/>
              </a:rPr>
              <a:t>I</a:t>
            </a:r>
            <a:r>
              <a:rPr dirty="0" sz="950" spc="-120">
                <a:solidFill>
                  <a:srgbClr val="8A8A8A"/>
                </a:solidFill>
                <a:latin typeface="Arial MT"/>
                <a:cs typeface="Arial MT"/>
              </a:rPr>
              <a:t> </a:t>
            </a:r>
            <a:r>
              <a:rPr dirty="0" sz="950" spc="-70">
                <a:solidFill>
                  <a:srgbClr val="676767"/>
                </a:solidFill>
                <a:latin typeface="Arial MT"/>
                <a:cs typeface="Arial MT"/>
              </a:rPr>
              <a:t>7/05/2025</a:t>
            </a:r>
            <a:r>
              <a:rPr dirty="0" sz="950" spc="455">
                <a:solidFill>
                  <a:srgbClr val="676767"/>
                </a:solidFill>
                <a:latin typeface="Arial MT"/>
                <a:cs typeface="Arial MT"/>
              </a:rPr>
              <a:t> </a:t>
            </a:r>
            <a:r>
              <a:rPr dirty="0" sz="950" spc="-145">
                <a:solidFill>
                  <a:srgbClr val="575757"/>
                </a:solidFill>
                <a:latin typeface="Arial MT"/>
                <a:cs typeface="Arial MT"/>
              </a:rPr>
              <a:t>592.35</a:t>
            </a:r>
            <a:r>
              <a:rPr dirty="0" sz="950">
                <a:solidFill>
                  <a:srgbClr val="575757"/>
                </a:solidFill>
                <a:latin typeface="Arial MT"/>
                <a:cs typeface="Arial MT"/>
              </a:rPr>
              <a:t> </a:t>
            </a:r>
            <a:r>
              <a:rPr dirty="0" sz="950" spc="-25">
                <a:solidFill>
                  <a:srgbClr val="7C7C7C"/>
                </a:solidFill>
                <a:latin typeface="Arial MT"/>
                <a:cs typeface="Arial MT"/>
              </a:rPr>
              <a:t>KB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15425" y="6905481"/>
            <a:ext cx="1052830" cy="346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latin typeface="Arial MT"/>
                <a:cs typeface="Arial MT"/>
              </a:rPr>
              <a:t>Present1112024.png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700">
                <a:solidFill>
                  <a:srgbClr val="5B5B5B"/>
                </a:solidFill>
                <a:latin typeface="Arial MT"/>
                <a:cs typeface="Arial MT"/>
              </a:rPr>
              <a:t>17/05/2025</a:t>
            </a:r>
            <a:r>
              <a:rPr dirty="0" sz="700" spc="365">
                <a:solidFill>
                  <a:srgbClr val="5B5B5B"/>
                </a:solidFill>
                <a:latin typeface="Arial MT"/>
                <a:cs typeface="Arial MT"/>
              </a:rPr>
              <a:t>  </a:t>
            </a:r>
            <a:r>
              <a:rPr dirty="0" sz="700">
                <a:solidFill>
                  <a:srgbClr val="525252"/>
                </a:solidFill>
                <a:latin typeface="Arial MT"/>
                <a:cs typeface="Arial MT"/>
              </a:rPr>
              <a:t>592.3</a:t>
            </a:r>
            <a:r>
              <a:rPr dirty="0" sz="700">
                <a:solidFill>
                  <a:srgbClr val="7C7C7C"/>
                </a:solidFill>
                <a:latin typeface="Arial MT"/>
                <a:cs typeface="Arial MT"/>
              </a:rPr>
              <a:t>5</a:t>
            </a:r>
            <a:r>
              <a:rPr dirty="0" sz="700" spc="35">
                <a:solidFill>
                  <a:srgbClr val="7C7C7C"/>
                </a:solidFill>
                <a:latin typeface="Arial MT"/>
                <a:cs typeface="Arial MT"/>
              </a:rPr>
              <a:t> </a:t>
            </a:r>
            <a:r>
              <a:rPr dirty="0" sz="700" spc="-25">
                <a:solidFill>
                  <a:srgbClr val="757575"/>
                </a:solidFill>
                <a:latin typeface="Arial MT"/>
                <a:cs typeface="Arial MT"/>
              </a:rPr>
              <a:t>K6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14659" y="7535672"/>
            <a:ext cx="1419860" cy="3619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-65">
                <a:latin typeface="Arial MT"/>
                <a:cs typeface="Arial MT"/>
              </a:rPr>
              <a:t>Scan</a:t>
            </a:r>
            <a:r>
              <a:rPr dirty="0" sz="950" spc="90">
                <a:latin typeface="Arial MT"/>
                <a:cs typeface="Arial MT"/>
              </a:rPr>
              <a:t> </a:t>
            </a:r>
            <a:r>
              <a:rPr dirty="0" sz="950" spc="-55">
                <a:latin typeface="Arial MT"/>
                <a:cs typeface="Arial MT"/>
              </a:rPr>
              <a:t>202505...</a:t>
            </a:r>
            <a:r>
              <a:rPr dirty="0" sz="950" spc="25">
                <a:latin typeface="Arial MT"/>
                <a:cs typeface="Arial MT"/>
              </a:rPr>
              <a:t> </a:t>
            </a:r>
            <a:r>
              <a:rPr dirty="0" sz="950" spc="-40">
                <a:latin typeface="Arial MT"/>
                <a:cs typeface="Arial MT"/>
              </a:rPr>
              <a:t>110514.docx</a:t>
            </a:r>
            <a:endParaRPr sz="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750">
                <a:solidFill>
                  <a:srgbClr val="666666"/>
                </a:solidFill>
                <a:latin typeface="Arial MT"/>
                <a:cs typeface="Arial MT"/>
              </a:rPr>
              <a:t>17/05/2025</a:t>
            </a:r>
            <a:r>
              <a:rPr dirty="0" sz="750" spc="275">
                <a:solidFill>
                  <a:srgbClr val="666666"/>
                </a:solidFill>
                <a:latin typeface="Arial MT"/>
                <a:cs typeface="Arial MT"/>
              </a:rPr>
              <a:t>  </a:t>
            </a:r>
            <a:r>
              <a:rPr dirty="0" sz="750" spc="-25">
                <a:solidFill>
                  <a:srgbClr val="525252"/>
                </a:solidFill>
                <a:latin typeface="Arial MT"/>
                <a:cs typeface="Arial MT"/>
              </a:rPr>
              <a:t>592.3</a:t>
            </a:r>
            <a:r>
              <a:rPr dirty="0" sz="750" spc="-25">
                <a:solidFill>
                  <a:srgbClr val="909090"/>
                </a:solidFill>
                <a:latin typeface="Arial MT"/>
                <a:cs typeface="Arial MT"/>
              </a:rPr>
              <a:t>5</a:t>
            </a:r>
            <a:r>
              <a:rPr dirty="0" sz="750" spc="-50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750" spc="-25">
                <a:solidFill>
                  <a:srgbClr val="6B6B6B"/>
                </a:solidFill>
                <a:latin typeface="Arial MT"/>
                <a:cs typeface="Arial MT"/>
              </a:rPr>
              <a:t>KB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64692"/>
            <a:ext cx="5273040" cy="7818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5207" y="2364333"/>
            <a:ext cx="3467404" cy="640323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0641" y="5509869"/>
            <a:ext cx="521817" cy="59984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2414235" y="5017346"/>
            <a:ext cx="50736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>
                <a:latin typeface="Arial MT"/>
                <a:cs typeface="Arial MT"/>
              </a:rPr>
              <a:t>Junk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File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16102" y="5615296"/>
            <a:ext cx="1052195" cy="1879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35">
                <a:latin typeface="Arial MT"/>
                <a:cs typeface="Arial MT"/>
              </a:rPr>
              <a:t>Obsolete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 spc="-120">
                <a:latin typeface="Arial MT"/>
                <a:cs typeface="Arial MT"/>
              </a:rPr>
              <a:t>APK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files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409882" y="6202409"/>
            <a:ext cx="61785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>
                <a:latin typeface="Arial MT"/>
                <a:cs typeface="Arial MT"/>
              </a:rPr>
              <a:t>Temp</a:t>
            </a:r>
            <a:r>
              <a:rPr dirty="0" sz="1000" spc="-4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Files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03471" y="6787625"/>
            <a:ext cx="50736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>
                <a:latin typeface="Arial MT"/>
                <a:cs typeface="Arial MT"/>
              </a:rPr>
              <a:t>Log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Files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64692"/>
            <a:ext cx="5266944" cy="7802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雾里看花</dc:creator>
  <dc:description/>
  <dcterms:created xsi:type="dcterms:W3CDTF">2025-06-30T06:39:40Z</dcterms:created>
  <dcterms:modified xsi:type="dcterms:W3CDTF">2025-06-30T06:39:40Z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2025-06-30T00:00:00Z</vt:filetime>
  </property>
  <property fmtid="{D5CDD505-2E9C-101B-9397-08002B2CF9AE}" pid="3" name="Creator">
    <vt:lpwstr>WPS 文字</vt:lpwstr>
  </property>
  <property fmtid="{D5CDD505-2E9C-101B-9397-08002B2CF9AE}" pid="4" name="LastSaved">
    <vt:filetime>2025-06-30T00:00:00Z</vt:filetime>
  </property>
  <property fmtid="{D5CDD505-2E9C-101B-9397-08002B2CF9AE}" pid="5" name="Producer">
    <vt:lpwstr>macOS 版本13.4（版号22F66） Quartz PDFContext</vt:lpwstr>
  </property>
  <property fmtid="{D5CDD505-2E9C-101B-9397-08002B2CF9AE}" pid="6" name="SourceModified">
    <vt:lpwstr>D:20250630134930+05'49'</vt:lpwstr>
  </property>
</Properties>
</file>